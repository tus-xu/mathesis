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集合与元素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集合指一定范围内确定的、不同的对象的全体。</a:t>
            </a:r>
          </a:p>
          <a:p>
            <a:r>
              <a:t>- 元素与集合的关系用 ∈ 表示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一元二次方程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x² − 3x + 2 = 0 的实数根组成的集合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T24 export fixture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